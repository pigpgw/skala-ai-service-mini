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1800000"/>
            <a:ext cx="10600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4000" b="1">
                <a:solidFill>
                  <a:srgbClr val="16191D"/>
                </a:solidFill>
                <a:latin typeface="Apple SD Gothic Neo"/>
              </a:rPr>
              <a:t>Base AI Agent의 · RunBook 선택 개선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장애 유형을 고르는 부분이 틀리고 있었다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규칙 순서가 증상 우선순위와 무관 · CPU가 timeout보다 앞에 있어, 타임아웃 질의가 cpu-spike가 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질의문을 아예 보지 않음 · "디스크 부족" 신고가 지연 알림에 가려 high-latency가 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매칭 실패 시 무조건 db-down · "아무 장애나 db-down 대응을 내놔라"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먼저 고쳐 볼 자리를 찾았다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B07 — gateway(타임아웃) + payments(CPU)를 함께 조회하면 CPU가 먼저 잡힘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B09 — memory 규칙이 disk 규칙보다 앞에 있음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B10·B11 — 질의 텍스트를 읽지 않아서 생긴 오분류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라우팅 공백 — PDF 9쪽 예시 질의 10개를 돌리니 7개가 chat으로 떨어졌다 · 결정론 백엔드의 라우팅 정규식이 7개 키워드뿐이었다 → 3/10 → 수정 후 10/10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RunBook 선택을 키워드 규칙 → 임베딩 의미 검색으로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disabled / index_unavailable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embed_failed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low_score / low_margin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그 외 → RAG 판정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343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agent/rag/embedder.py — Ollama qwen3-embedding:0.6b (1024차원)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39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agent/rag/index.py — 10문서 인덱스 + JSON 캐시, index_sha256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4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agent/rag/classifier.py — 5분기 판정 + 폴백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49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agent/graph.py::_select_incident_type() → replan_check_node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000" y="55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근거 노출: /health.rag, /chat metadata, SSE ReplanCheck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데이터 확장 — 시스템 6→12, 런북 6→10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신규 시스템 6개 — search·notify·session·media·inventory·report-service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신규 런북 4개 — queue-backlog , cert-expiry , connection-pool , replication-lag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DATA_PROFILE=base|extended — 결정 지점은 agent/data_profile.py 한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기존 monitoring.json은 덮어쓰지 않고 기준선으로 보존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343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billing-service는 일부러 제외 — 미지 시스템 처리 회귀 검증용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평가 하네스 — 실행 1회 = 폴더 1개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eval/run_eval.py — 실행 1회 = artifacts/runs// · manifest.json(조건·해시·git) · metrics.json · requests/responses jsonl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eval/metrics.py — accuracy · macro-F1 · 혼동행렬 · 지연 percentile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eval/labels_extended.json — 40문항(10유형 × 4카테고리), 측정 전 동결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tests/ — unit 5종 + integration 2종 = 50개 통과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Before / After — 같은 조건, 같은 입력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0000" y="1350000"/>
          <a:ext cx="11000000" cy="3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  <a:gridCol w="2750000"/>
              </a:tblGrid>
              <a:tr h="42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Before (keyword)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After 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B6470"/>
                          </a:solidFill>
                          <a:latin typeface="Apple SD Gothic Neo"/>
                        </a:defRPr>
                      </a:pPr>
                      <a:r>
                        <a:t>차이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40문항 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13/40 = 0.3250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34/40 = 0.8500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+0.5250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0.2836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0.8521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+0.5685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E2E 5문항 (실서버)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1/5 = 0.2000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5/5 = 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+0.8000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분류 지연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0.0ms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32.43ms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+32.43ms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E2E 요청 지연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750.76ms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819.73ms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+68.97ms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$0.000000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$0.000000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0 (로컬)</a:t>
                      </a:r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회귀 질의 10문항 (PDF 9쪽)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3/10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16191D"/>
                          </a:solidFill>
                          <a:latin typeface="Apple SD Gothic Neo"/>
                        </a:defRPr>
                      </a:pPr>
                      <a:r>
                        <a:t>+0.7000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좋았던 것과, 안 좋았던 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아직 확인하지 않은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40문항 라벨을 제가 만들었다 — 자기 평가라서 카테고리별로 나눠서 보고했습니다. 전체 수치로 일반화하지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keyword 폴백 규칙은 그대로 — 신규 유형마다 함께 갱신해야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비용 0은 로컬 백엔드 때문 — 실 API 비용은 별도 측정 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실제 장애 티켓·운영 로그로 라벨 세트 재구축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343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동시 요청 부하에서의 지연 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39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실 OpenAI 백엔드로 비용·지연 재측정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4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keyword 규칙 우선순위를 데이터 기반으로 재설계할지 판단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2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191D"/>
                </a:solidFill>
                <a:latin typeface="Apple SD Gothic Neo"/>
              </a:rPr>
              <a:t>판정을 바꾼 게 아니라, · 판단의 근거를 남기고 측정할 수 있게 바꾼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35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curl -s localhost:8100/health → rag 블록 · 12시스템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87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채팅: auth-service p95 2.4초 → high-latency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39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채팅: search-service 큐 1.2만 건 → queue-backlog (신규 유형)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91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6191D"/>
                </a:solidFill>
                <a:latin typeface="Apple SD Gothic Neo"/>
              </a:rPr>
              <a:t>• 채팅: billing-service 장애 → unknown + 폴백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
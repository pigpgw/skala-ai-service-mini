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380000"/>
            <a:ext cx="109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91D"/>
                </a:solidFill>
                <a:latin typeface="Apple SD Gothic Neo"/>
              </a:rPr>
              <a:t>Base AI Agent의 · RunBook 선택 개선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380000"/>
            <a:ext cx="109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91D"/>
                </a:solidFill>
                <a:latin typeface="Apple SD Gothic Neo"/>
              </a:rPr>
              <a:t>판정 하나를 바꿨고, 그걸 측정할 수 있게 만들었다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0000" y="1400000"/>
          <a:ext cx="10992000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4000"/>
                <a:gridCol w="3664000"/>
                <a:gridCol w="3664000"/>
              </a:tblGrid>
              <a:tr h="420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5B6470"/>
                          </a:solidFill>
                          <a:latin typeface="Apple SD Gothic Neo"/>
                        </a:defRPr>
                      </a:pPr>
                      <a:r>
                        <a:t>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5B6470"/>
                          </a:solidFill>
                          <a:latin typeface="Apple SD Gothic Neo"/>
                        </a:defRPr>
                      </a:pPr>
                      <a:r>
                        <a:t>바꾼 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5B6470"/>
                          </a:solidFill>
                          <a:latin typeface="Apple SD Gothic Neo"/>
                        </a:defRPr>
                      </a:pPr>
                      <a:r>
                        <a:t>결과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1 RAG 판정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키워드 첫 매칭 → 런북 임베딩 의미 검색 (확신 없으면 keyword 폴백)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0.3250 → 0.8500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2 라우팅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결정론 백엔드의 라우팅 정규식이 7개 키워드뿐 → 운영 어휘로 확대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회귀 3/10 → 10/10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3 데이터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모니터링 6→12시스템 · 런북 6→10종 · 파일 선택 한 곳으로 통합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unknown 18.75% → 0%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4 평가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실행 1회 = 폴더 1개 하네스 · 테스트 65개 · 회귀 실행기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재현성 identical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380000"/>
            <a:ext cx="109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91D"/>
                </a:solidFill>
                <a:latin typeface="Apple SD Gothic Neo"/>
              </a:rPr>
              <a:t>같은 입력, 같은 조건 — 2회 실행한 결과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0000" y="1400000"/>
          <a:ext cx="10992000" cy="29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8000"/>
                <a:gridCol w="2748000"/>
                <a:gridCol w="2748000"/>
                <a:gridCol w="2748000"/>
              </a:tblGrid>
              <a:tr h="420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5B6470"/>
                          </a:solidFill>
                          <a:latin typeface="Apple SD Gothic Neo"/>
                        </a:defRPr>
                      </a:pPr>
                      <a:r>
                        <a:t>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5B6470"/>
                          </a:solidFill>
                          <a:latin typeface="Apple SD Gothic Neo"/>
                        </a:defRPr>
                      </a:pPr>
                      <a:r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5B6470"/>
                          </a:solidFill>
                          <a:latin typeface="Apple SD Gothic Neo"/>
                        </a:defRPr>
                      </a:pPr>
                      <a:r>
                        <a:t>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5B6470"/>
                          </a:solidFill>
                          <a:latin typeface="Apple SD Gothic Neo"/>
                        </a:defRPr>
                      </a:pPr>
                      <a:r>
                        <a:t>차이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40문항 정확도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0.3250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0.8500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+0.5250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macro-F1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0.2836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0.8521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+0.5685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E2E 5문항(실서버)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0.2000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1.0000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+0.8000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회귀 질의 10문항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3/10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10/10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+0.7000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분류 지연 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0.0ms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32.43ms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+32.43ms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비용 / retry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$0 /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$0 /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6191D"/>
                          </a:solidFill>
                          <a:latin typeface="Apple SD Gothic Neo"/>
                        </a:defRPr>
                      </a:pPr>
                      <a:r>
                        <a:t>0 / 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04_screen_before_af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4480000"/>
            <a:ext cx="3136531" cy="17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0000" y="6240000"/>
            <a:ext cx="109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B6470"/>
                </a:solidFill>
                <a:latin typeface="Apple SD Gothic Neo"/>
              </a:rPr>
              <a:t>Before/After 수치 화면 (원본: artifacts/runs/ → doc/reports/evidence/metrics/)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380000"/>
            <a:ext cx="109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91D"/>
                </a:solidFill>
                <a:latin typeface="Apple SD Gothic Neo"/>
              </a:rPr>
              <a:t>LangGraph v2 — 판정 지점만 갈아끼운 그래프</a:t>
            </a:r>
          </a:p>
        </p:txBody>
      </p:sp>
      <p:pic>
        <p:nvPicPr>
          <p:cNvPr id="3" name="Picture 2" descr="05_architecture_grap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400000"/>
            <a:ext cx="10598669" cy="478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6240000"/>
            <a:ext cx="109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B6470"/>
                </a:solidFill>
                <a:latin typeface="Apple SD Gothic Neo"/>
              </a:rPr>
              <a:t>FastAPI 프로세스(:8100) 안의 그래프와, MCP ops 서버(stdio subprocess)·RAG 인덱스·평가 하네스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380000"/>
            <a:ext cx="109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91D"/>
                </a:solidFill>
                <a:latin typeface="Apple SD Gothic Neo"/>
              </a:rPr>
              <a:t>런북 임베딩 검색 + 확신 없으면 기존 경로로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6191D"/>
                </a:solidFill>
                <a:latin typeface="Apple SD Gothic Neo"/>
              </a:rPr>
              <a:t>• agent/rag/embedder.py — Ollama qwen3-embedding:0.6b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870000"/>
            <a:ext cx="10992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6191D"/>
                </a:solidFill>
                <a:latin typeface="Apple SD Gothic Neo"/>
              </a:rPr>
              <a:t>• agent/rag/index.py — 10문서 인덱스 + JSON 캐시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340000"/>
            <a:ext cx="10992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6191D"/>
                </a:solidFill>
                <a:latin typeface="Apple SD Gothic Neo"/>
              </a:rPr>
              <a:t>• 선택 근거는 /health·metadata·SSE로 노출</a:t>
            </a:r>
          </a:p>
        </p:txBody>
      </p:sp>
      <p:pic>
        <p:nvPicPr>
          <p:cNvPr id="6" name="Picture 5" descr="03_screen_rag_evid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2810000"/>
            <a:ext cx="6217712" cy="3369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0000" y="6239999"/>
            <a:ext cx="1099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B6470"/>
                </a:solidFill>
                <a:latin typeface="Apple SD Gothic Neo"/>
              </a:rPr>
              <a:t>실제 SSE 출력 — classifier_source=rag, rag_score=0.6452, rag_margin=0.2177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380000"/>
            <a:ext cx="109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91D"/>
                </a:solidFill>
                <a:latin typeface="Apple SD Gothic Neo"/>
              </a:rPr>
              <a:t>MCP로 모니터링·런북을 조회하고, 데이터 선택은 한 곳에서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6191D"/>
                </a:solidFill>
                <a:latin typeface="Apple SD Gothic Neo"/>
              </a:rPr>
              <a:t>• agent/mcp_client.py — stdio subprocess로 ops 서버 연결, find_resource_template로 런북 URI 탐색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200000"/>
            <a:ext cx="10992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6191D"/>
                </a:solidFill>
                <a:latin typeface="Apple SD Gothic Neo"/>
              </a:rPr>
              <a:t>• mcp_server_docs.py는 decoy — 의도대로 쓰지 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670000"/>
            <a:ext cx="109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6191D"/>
                </a:solidFill>
                <a:latin typeface="Apple SD Gothic Neo"/>
              </a:rPr>
              <a:t>• 파일 선택이 5곳에 흩어져 있으면 시스템만 늘고 조사 대상은 6개로 잘린다 → 한 곳으로 모았다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380000"/>
            <a:ext cx="109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91D"/>
                </a:solidFill>
                <a:latin typeface="Apple SD Gothic Neo"/>
              </a:rPr>
              <a:t>판정을 바꾼 게 아니라, · 판단의 근거를 남기고 측정할 수 있게 바꾼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6191D"/>
                </a:solidFill>
                <a:latin typeface="Apple SD Gothic Neo"/>
              </a:rPr>
              <a:t>• RAG는 임베딩보다 입력 정의와 게이트가 핵심이다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870000"/>
            <a:ext cx="10992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6191D"/>
                </a:solidFill>
                <a:latin typeface="Apple SD Gothic Neo"/>
              </a:rPr>
              <a:t>• 개선 전에 기준선을 먼저 재야 "개선"을 말할 수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340000"/>
            <a:ext cx="10992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6191D"/>
                </a:solidFill>
                <a:latin typeface="Apple SD Gothic Neo"/>
              </a:rPr>
              <a:t>• 근거를 남기면 질문이 와도 바로 보여줄 수 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810000"/>
            <a:ext cx="10992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6191D"/>
                </a:solidFill>
                <a:latin typeface="Apple SD Gothic Neo"/>
              </a:rPr>
              <a:t>• 실제 장애 티켓으로 라벨 세트 재구축 (지금은 자기 평가)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3280000"/>
            <a:ext cx="10992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6191D"/>
                </a:solidFill>
                <a:latin typeface="Apple SD Gothic Neo"/>
              </a:rPr>
              <a:t>• LLM-as-judge 평가 추가 · Research 서브그래프 분리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3750000"/>
            <a:ext cx="109920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6191D"/>
                </a:solidFill>
                <a:latin typeface="Apple SD Gothic Neo"/>
              </a:rPr>
              <a:t>• 실 OpenAI 백엔드로 비용·지연 재측정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
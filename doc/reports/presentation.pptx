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1417320"/>
            <a:ext cx="109846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B5FD9"/>
                </a:solidFill>
                <a:latin typeface="Apple SD Gothic Neo"/>
              </a:rPr>
              <a:t>과제 1번 · SKALA AI 서비스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783080"/>
            <a:ext cx="109846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2151A"/>
                </a:solidFill>
                <a:latin typeface="Apple SD Gothic Neo"/>
              </a:rPr>
              <a:t>Base AI Agent의
RunBook 선택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3310128"/>
            <a:ext cx="109846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6472"/>
                </a:solidFill>
                <a:latin typeface="Apple SD Gothic Neo"/>
              </a:rPr>
              <a:t>RAG 기반 RunBook 선택 · 라우팅 기준 확대 · 데이터 확장 · 평가 하네스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3913632"/>
            <a:ext cx="3520440" cy="841248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 w="12700">
            <a:solidFill>
              <a:srgbClr val="D3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51A"/>
                </a:solidFill>
                <a:latin typeface="Apple SD Gothic Neo"/>
              </a:rPr>
              <a:t>2분 — 기능과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무엇을 고쳤나 · Before/After 수치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3913632"/>
            <a:ext cx="3520440" cy="84124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4041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51A"/>
                </a:solidFill>
                <a:latin typeface="Apple SD Gothic Neo"/>
              </a:rPr>
              <a:t>3분 — 코드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3708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Agent Graph 구성 · MCP ·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5074920"/>
            <a:ext cx="109846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5A6472"/>
                </a:solidFill>
                <a:latin typeface="Apple SD Gothic Neo"/>
              </a:rPr>
              <a:t>79번 박건우 (G079 · 광주 3반) · 2026-10-21
github.com/pigpgw/skala-ai-service-mini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6053328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3504" y="6181344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79번 박건우 (G079 · 광주 3반)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6181344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2분 · 문제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장애 유형 판정이 "키워드 첫 매칭"이었다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463040"/>
            <a:ext cx="1043604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472"/>
                </a:solidFill>
                <a:latin typeface="Apple SD Gothic Neo"/>
              </a:rPr>
              <a:t>규칙 순서가 증상 우선순위와 무관했고, 질의문은 아예 보지 않았다.
고치기 전에 기준선부터 재니 12문항 중 4개가 어긋났다.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2139696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2304288"/>
            <a:ext cx="310073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A5300"/>
                </a:solidFill>
                <a:latin typeface="Apple SD Gothic Neo"/>
              </a:rPr>
              <a:t>8/12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310073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keyword 기준선 정확도 = 0.6667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2139696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45482" y="2304288"/>
            <a:ext cx="310073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B5FD9"/>
                </a:solidFill>
                <a:latin typeface="Apple SD Gothic Neo"/>
              </a:rPr>
              <a:t>4개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5482" y="2834639"/>
            <a:ext cx="310073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오분류 — 모두 코드 위치로 추적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8548" y="2139696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68004" y="2304288"/>
            <a:ext cx="310073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B5FD9"/>
                </a:solidFill>
                <a:latin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8004" y="2834639"/>
            <a:ext cx="310073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질의문을 읽는 코드 (0줄)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529584"/>
            <a:ext cx="6151424" cy="181051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3675887"/>
            <a:ext cx="57125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무엇이 틀렸나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110228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78408" y="4023360"/>
            <a:ext cx="5557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B07  gateway(타임아웃) + payments(CPU)를 함께 보면 알림이 한 덩어리라 cpu가 먼저 잡힘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443983"/>
            <a:ext cx="5557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agent/graph.py:195-216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759452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672584"/>
            <a:ext cx="5557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B09  memory가 disk보다 앞에 있어 디스크 문제를 메모리 절차로 답함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18922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78408" y="5102352"/>
            <a:ext cx="5557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B10·B11  판정 함수가 질의문을 읽지 않음 → "디스크 부족"이 지연으로 분류됨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618988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78408" y="5532120"/>
            <a:ext cx="5557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매칭 실패 → 무조건 db-down ("아무 장애나 db-down 대응")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29248" y="3529584"/>
            <a:ext cx="4558942" cy="1239012"/>
          </a:xfrm>
          <a:prstGeom prst="roundRect">
            <a:avLst>
              <a:gd name="adj" fmla="val 5000"/>
            </a:avLst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230416" y="3675887"/>
            <a:ext cx="419318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9839A"/>
                </a:solidFill>
                <a:latin typeface="Menlo"/>
              </a:rPr>
              <a:t># agent/graph.py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0416" y="3872483"/>
            <a:ext cx="419318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for keyword, incident_type in _RULES: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0416" y="4069079"/>
            <a:ext cx="419318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7ECF3"/>
                </a:solidFill>
                <a:latin typeface="Menlo"/>
              </a:rPr>
              <a:t>    if keyword in text: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0416" y="4265675"/>
            <a:ext cx="419318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7ECF3"/>
                </a:solidFill>
                <a:latin typeface="Menlo"/>
              </a:rPr>
              <a:t>        return incident_type   # 첫 매칭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0416" y="4462271"/>
            <a:ext cx="419318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D9A6"/>
                </a:solidFill>
                <a:latin typeface="Menlo"/>
              </a:rPr>
              <a:t>return "db-down"            # 기본값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9248" y="4832604"/>
            <a:ext cx="455894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판정 로직 (개선 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문제 — agent/graph.py::_classify_incident_type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2분 · 개선한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네 축을 손봤다 — 판정 하나를 바꾸고, 측정할 수 있게 만들었다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5382615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609344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1. RAG 기반 RunBook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9437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키워드 첫 매칭 → 런북 10종 임베딩 의미 검색. 확신이 없으면 keyword로 폴백해 기존 동작이 깨지지 않게 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agent/rag/{embedder,index,classifier}.py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5575" y="1463040"/>
            <a:ext cx="5382615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25031" y="1609344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2. 라우팅 기준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5031" y="1920240"/>
            <a:ext cx="49437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결정론 백엔드의 정규식이 키워드 7개뿐이라 매뉴얼 예시 질의 7개가 chat으로 떨어졌다. 운영 어휘로 넓혔다.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031" y="2395728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agent/fake_llm.py::route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852928"/>
            <a:ext cx="5382615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2999232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3. 데이터 확장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10128"/>
            <a:ext cx="49437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모니터링 6 → 12시스템, 런북 6 → 10종(신규 유형 4종). 파일 선택은 한 곳에서만.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85616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agent/data_profile.py · data/monitoring_extended.json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2852928"/>
            <a:ext cx="5382615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25031" y="2999232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4. 평가 하네스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5031" y="3310128"/>
            <a:ext cx="49437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실행 1회 = 폴더 1개(조건·지표·입출력), 40문항 라벨 동결, 회귀 10문항 실행기, 문서 숫자 ↔ 원본 자동 대조.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031" y="3785616"/>
            <a:ext cx="494370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eval/run_eval.py · tests/ (65개)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" y="4224528"/>
            <a:ext cx="10984687" cy="868680"/>
          </a:xfrm>
          <a:prstGeom prst="roundRect">
            <a:avLst>
              <a:gd name="adj" fmla="val 6000"/>
            </a:avLst>
          </a:prstGeom>
          <a:solidFill>
            <a:srgbClr val="E9F6EE"/>
          </a:solidFill>
          <a:ln w="12700">
            <a:solidFill>
              <a:srgbClr val="C9E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4672" y="4370832"/>
            <a:ext cx="105823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개선 후 회귀 질의 10개: 3/10 → 10/10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700016"/>
            <a:ext cx="10582351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Apple SD Gothic Neo"/>
              </a:rPr>
              <a:t>매뉴얼 9쪽이 알려준 테스트 질의로 자기 자신을 테스트할 수 없던 상태였다.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개선 — agent/rag/* · agent/fake_llm.py · agent/data_profile.py · eval/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2분 ·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같은 입력, 같은 조건 — 2회 실행한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463040"/>
            <a:ext cx="615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2151A"/>
                </a:solidFill>
                <a:latin typeface="Apple SD Gothic Neo"/>
              </a:rPr>
              <a:t>검색 정확도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815084"/>
            <a:ext cx="100584" cy="100584"/>
          </a:xfrm>
          <a:prstGeom prst="rect">
            <a:avLst/>
          </a:prstGeom>
          <a:solidFill>
            <a:srgbClr val="C4C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8952" y="177393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Before (keyword)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020824" y="1815084"/>
            <a:ext cx="100584" cy="100584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176272" y="177393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After (RAG)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06654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12151A"/>
                </a:solidFill>
                <a:latin typeface="Apple SD Gothic Neo"/>
              </a:rPr>
              <a:t>40문항 분류 정확도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95144" y="2084832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295144" y="2084832"/>
            <a:ext cx="899647" cy="109728"/>
          </a:xfrm>
          <a:prstGeom prst="rect">
            <a:avLst/>
          </a:prstGeom>
          <a:solidFill>
            <a:srgbClr val="C4C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295144" y="2240280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295144" y="2240280"/>
            <a:ext cx="2352923" cy="10972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63288" y="206654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2151A"/>
                </a:solidFill>
                <a:latin typeface="Apple SD Gothic Neo"/>
              </a:rPr>
              <a:t>0.3250  →  0.8500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67004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12151A"/>
                </a:solidFill>
                <a:latin typeface="Apple SD Gothic Neo"/>
              </a:rPr>
              <a:t>macro-F1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2688336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2295144" y="2688336"/>
            <a:ext cx="785045" cy="109728"/>
          </a:xfrm>
          <a:prstGeom prst="rect">
            <a:avLst/>
          </a:prstGeom>
          <a:solidFill>
            <a:srgbClr val="C4C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2295144" y="2843784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295144" y="2843784"/>
            <a:ext cx="2358736" cy="10972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63288" y="267004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2151A"/>
                </a:solidFill>
                <a:latin typeface="Apple SD Gothic Neo"/>
              </a:rPr>
              <a:t>0.2836  →  0.8521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327355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12151A"/>
                </a:solidFill>
                <a:latin typeface="Apple SD Gothic Neo"/>
              </a:rPr>
              <a:t>E2E 5문항 (실서버)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95144" y="3291840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2295144" y="3291840"/>
            <a:ext cx="553628" cy="109728"/>
          </a:xfrm>
          <a:prstGeom prst="rect">
            <a:avLst/>
          </a:prstGeom>
          <a:solidFill>
            <a:srgbClr val="C4C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2295144" y="3447288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295144" y="3447288"/>
            <a:ext cx="2768144" cy="10972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63288" y="3273552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2151A"/>
                </a:solidFill>
                <a:latin typeface="Apple SD Gothic Neo"/>
              </a:rPr>
              <a:t>0.2000  →  1.0000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3877056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12151A"/>
                </a:solidFill>
                <a:latin typeface="Apple SD Gothic Neo"/>
              </a:rPr>
              <a:t>회귀 10문항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95144" y="3895344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295144" y="3895344"/>
            <a:ext cx="830443" cy="109728"/>
          </a:xfrm>
          <a:prstGeom prst="rect">
            <a:avLst/>
          </a:prstGeom>
          <a:solidFill>
            <a:srgbClr val="C4C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2295144" y="4050792"/>
            <a:ext cx="2768144" cy="109728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295144" y="4050792"/>
            <a:ext cx="2768144" cy="10972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63288" y="387705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2151A"/>
                </a:solidFill>
                <a:latin typeface="Apple SD Gothic Neo"/>
              </a:rPr>
              <a:t>3/10  →  10/10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9248" y="1463040"/>
            <a:ext cx="45589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비용과 부작용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9248" y="1792224"/>
            <a:ext cx="200593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A6472"/>
                </a:solidFill>
                <a:latin typeface="Apple SD Gothic Neo"/>
              </a:rPr>
              <a:t>지표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5183" y="1792224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A6472"/>
                </a:solidFill>
                <a:latin typeface="Apple SD Gothic Neo"/>
              </a:rPr>
              <a:t>Before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01382" y="1792224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A6472"/>
                </a:solidFill>
                <a:latin typeface="Apple SD Gothic Neo"/>
              </a:rPr>
              <a:t>After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67581" y="1792224"/>
            <a:ext cx="8206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A6472"/>
                </a:solidFill>
                <a:latin typeface="Apple SD Gothic Neo"/>
              </a:rPr>
              <a:t>차이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29248" y="2130552"/>
            <a:ext cx="4558942" cy="13716"/>
          </a:xfrm>
          <a:prstGeom prst="rect">
            <a:avLst/>
          </a:prstGeom>
          <a:solidFill>
            <a:srgbClr val="D5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029248" y="2176272"/>
            <a:ext cx="200593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분류 지연 p50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35183" y="2176272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0.0ms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1382" y="2176272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32.43ms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67581" y="2176272"/>
            <a:ext cx="8206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+32.43ms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29248" y="2519172"/>
            <a:ext cx="4558942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029248" y="2560320"/>
            <a:ext cx="200593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비용 (USD)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35183" y="2560320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0.000000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01382" y="2560320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0.000000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67581" y="2560320"/>
            <a:ext cx="8206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9248" y="2903220"/>
            <a:ext cx="4558942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029248" y="2944368"/>
            <a:ext cx="200593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retry 횟수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5183" y="2944368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01382" y="2944368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67581" y="2944368"/>
            <a:ext cx="8206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29248" y="3287268"/>
            <a:ext cx="4558942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029248" y="3328415"/>
            <a:ext cx="200593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keyword 폴백률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35183" y="3328415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100.00%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01382" y="3328415"/>
            <a:ext cx="8661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2151A"/>
                </a:solidFill>
                <a:latin typeface="Apple SD Gothic Neo"/>
              </a:rPr>
              <a:t>15.00%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67581" y="3328415"/>
            <a:ext cx="8206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17784A"/>
                </a:solidFill>
                <a:latin typeface="Apple SD Gothic Neo"/>
              </a:rPr>
              <a:t>−85.00%p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29248" y="3671315"/>
            <a:ext cx="4558942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7029248" y="3858768"/>
            <a:ext cx="4558942" cy="1769364"/>
          </a:xfrm>
          <a:prstGeom prst="roundRect">
            <a:avLst>
              <a:gd name="adj" fmla="val 6000"/>
            </a:avLst>
          </a:prstGeom>
          <a:solidFill>
            <a:srgbClr val="FBF3E2"/>
          </a:solidFill>
          <a:ln w="12700">
            <a:solidFill>
              <a:srgbClr val="EDD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230416" y="4005072"/>
            <a:ext cx="415660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한계도 그대로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30416" y="4334256"/>
            <a:ext cx="4156606" cy="120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Apple SD Gothic Neo"/>
              </a:rPr>
              <a:t>데이터 확장(6→12)은 분류 정확도를 0 올렸다(base 34/40 ≡ extended 34/40). 바뀐 건 조사 커버리지(unknown 18.75% → 0%). margin 게이트는 2문항을 아꼈다.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30416" y="5353812"/>
            <a:ext cx="415660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근거 화면·원본: doc/reports/evidence/before_after.md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결과 — artifacts/runs/ · doc/reports/evidence/before_after.md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3분 · Agent Graph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그래프는 그대로 — 판정 한 줄만 갈아끼웠다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1463040"/>
            <a:ext cx="1043604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472"/>
                </a:solidFill>
                <a:latin typeface="Apple SD Gothic Neo"/>
              </a:rPr>
              <a:t>route → plan → gate → research → replan_check → analysis → write → validate → finalize.
replan_check가 런북을 추가로 조회하는 지점이고, 그 판단을 RAG로 바꿨다.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47" y="2139696"/>
            <a:ext cx="4247600" cy="1915668"/>
          </a:xfrm>
          <a:prstGeom prst="rect">
            <a:avLst/>
          </a:prstGeom>
          <a:noFill/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05_architecture_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047" y="2139696"/>
            <a:ext cx="4247600" cy="19156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1102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FastAPI 프로세스(:8100) 안의 그래프 · MCP ops 서버(stdio) · RAG 인덱스와 임베더 · 평가 하네스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4457700"/>
            <a:ext cx="5382615" cy="12481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4585716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왜 그 지점인가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6612"/>
            <a:ext cx="49437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판정을 바꾸면 런북 조회와 답변 작성이 같이 바뀐다. 근거를 남기지 않으면 이유를 설명할 수 없다.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575" y="4457700"/>
            <a:ext cx="5382615" cy="124815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25031" y="4585716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근거를 남긴 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1" y="4896612"/>
            <a:ext cx="49437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472"/>
                </a:solidFill>
                <a:latin typeface="Apple SD Gothic Neo"/>
              </a:rPr>
              <a:t>/health.rag · /chat metadata · SSE ReplanCheck — 어떤 런북을 골랐는지, 점수와 1·2위 격차가 그대로 보인다.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그래프 — agent/graph.py::_select_incident_type() · replan_check_node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3분 · RAG 코드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임베딩 검색 + 확신 없으면 기존 경로로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6151424" cy="1828800"/>
          </a:xfrm>
          <a:prstGeom prst="roundRect">
            <a:avLst>
              <a:gd name="adj" fmla="val 5000"/>
            </a:avLst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1609344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9839A"/>
                </a:solidFill>
                <a:latin typeface="Menlo"/>
              </a:rPr>
              <a:t># gate: 확신 없으면 keyword로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05940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if not enabled:             → keyword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02536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if index is None:             → keyword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99132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7ECF3"/>
                </a:solidFill>
                <a:latin typeface="Menlo"/>
              </a:rPr>
              <a:t>vector = embedder.embed([text])[0]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95727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7ECF3"/>
                </a:solidFill>
                <a:latin typeface="Menlo"/>
              </a:rPr>
              <a:t>top1, top2 = index.search(vector)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92323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if top1 &lt; min_score:       → keyword  (0.50)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88919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if top1-top2 &lt; min_margin:  → keyword  (0.03)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85515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D9A6"/>
                </a:solidFill>
                <a:latin typeface="Menlo"/>
              </a:rPr>
              <a:t>return top1                    #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355848"/>
            <a:ext cx="615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agent/rag/classifier.py — 판정 5분기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02736"/>
            <a:ext cx="6151424" cy="1033271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 w="12700">
            <a:solidFill>
              <a:srgbClr val="D3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" y="3749039"/>
            <a:ext cx="57490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입력 4블록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78224"/>
            <a:ext cx="5749088" cy="466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Apple SD Gothic Neo"/>
              </a:rPr>
              <a:t>[사용자 질문][시스템][상태][알림] — 질의문을 넣는 이유는 기존 오분류 2개가 "질의를 안 본 것"이었기 때문.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9248" y="1463040"/>
            <a:ext cx="4558942" cy="2286000"/>
          </a:xfrm>
          <a:prstGeom prst="rect">
            <a:avLst/>
          </a:prstGeom>
          <a:noFill/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06_rag_evidence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248" y="1463040"/>
            <a:ext cx="4558942" cy="228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029248" y="3803903"/>
            <a:ext cx="455894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실제 SSE 출력 — classifier_source=rag · rag_score=0.6452 · rag_margin=0.2177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9248" y="4133087"/>
            <a:ext cx="4558942" cy="1229868"/>
          </a:xfrm>
          <a:prstGeom prst="roundRect">
            <a:avLst>
              <a:gd name="adj" fmla="val 6000"/>
            </a:avLst>
          </a:prstGeom>
          <a:solidFill>
            <a:srgbClr val="E9F6EE"/>
          </a:solidFill>
          <a:ln w="12700">
            <a:solidFill>
              <a:srgbClr val="C9E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30416" y="4279392"/>
            <a:ext cx="415660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게이트가 안전장치다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0416" y="4608575"/>
            <a:ext cx="4156606" cy="662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Apple SD Gothic Neo"/>
              </a:rPr>
              <a:t>RAG가 확신하지 못하면 예전 경로로 내려간다. 그래서 기존 동작이 깨지지 않는다는 걸 숫자로 확인할 수 있었다.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RAG — agent/rag/{embedder,index,classifier}.py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3분 · MCP 코드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조회는 MCP로, 데이터 선택은 한 곳에서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463040"/>
            <a:ext cx="6151424" cy="1435608"/>
          </a:xfrm>
          <a:prstGeom prst="roundRect">
            <a:avLst>
              <a:gd name="adj" fmla="val 5000"/>
            </a:avLst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1609344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@mcp.tool      get_monitoring_status(system_name)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05940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@mcp.resource  get_incident_runbook(incident_type)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02536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@mcp.prompt    incident_analysis_prompt(system, symptom)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99132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E7ECF3"/>
                </a:solidFill>
                <a:latin typeface="Menl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95727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9839A"/>
                </a:solidFill>
                <a:latin typeface="Menlo"/>
              </a:rPr>
              <a:t># agent/data_profile.py — 파일 선택의 단일 지점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92323"/>
            <a:ext cx="57856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FB6FF"/>
                </a:solidFill>
                <a:latin typeface="Menlo"/>
              </a:rPr>
              <a:t>DATA_PROFILE = base | extended    # 6시스템 | 12시스템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962656"/>
            <a:ext cx="615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mcp_server.py — ops 서버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3209544"/>
            <a:ext cx="6151424" cy="1033271"/>
          </a:xfrm>
          <a:prstGeom prst="roundRect">
            <a:avLst>
              <a:gd name="adj" fmla="val 6000"/>
            </a:avLst>
          </a:prstGeom>
          <a:solidFill>
            <a:srgbClr val="FBF3E2"/>
          </a:solidFill>
          <a:ln w="12700">
            <a:solidFill>
              <a:srgbClr val="EDD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3355848"/>
            <a:ext cx="57490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경로가 다섯 곳에 흩어져 있으면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685031"/>
            <a:ext cx="5749088" cy="466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72"/>
                </a:solidFill>
                <a:latin typeface="Apple SD Gothic Neo"/>
              </a:rPr>
              <a:t>시스템만 늘고 실제로 조사하는 대상은 여섯 개로 잘린다 — 이름만 늘고 조사는 그대로인 "가짜 확장"이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9248" y="153162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84696" y="1444752"/>
            <a:ext cx="44034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Tool / Resource / Prompt 를 구분해 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4696" y="1696212"/>
            <a:ext cx="44034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모니터링 조회 · 런북 본문 · 분석 절차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9248" y="201168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84696" y="1924812"/>
            <a:ext cx="44034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stdio subprocess 로 붙는다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4696" y="2176272"/>
            <a:ext cx="44034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agent/mcp_client.py — list → find → read 순서로 탐색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29248" y="249174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84696" y="2404872"/>
            <a:ext cx="44034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decoy 서버는 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4696" y="2656332"/>
            <a:ext cx="44034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mcp_server_docs.py — 쓰지 않음이 설계 의도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29248" y="297180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84696" y="2884932"/>
            <a:ext cx="44034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RAG는 의존성 주입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84696" y="3136392"/>
            <a:ext cx="44034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SupervisorDeps.rag — 노드가 환경변수를 직접 읽지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29248" y="345186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84696" y="3364992"/>
            <a:ext cx="44034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LangSmith 트레이싱 경로 확보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84696" y="3616452"/>
            <a:ext cx="44034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A0"/>
                </a:solidFill>
                <a:latin typeface="Menlo"/>
              </a:rPr>
              <a:t>노드에 @traceable — 실 API 키 없는 환경이라 캡처는 못 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MCP — mcp_server.py · agent/mcp_client.py · agent/data_profile.py · agent/deps.py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7548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5FD9"/>
                </a:solidFill>
                <a:latin typeface="Apple SD Gothic Neo"/>
              </a:rPr>
              <a:t>마무리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2203704" y="585216"/>
            <a:ext cx="93844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0984687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2151A"/>
                </a:solidFill>
                <a:latin typeface="Apple SD Gothic Neo"/>
              </a:rPr>
              <a:t>판정을 바꾼 게 아니라,
판단의 근거를 남기고 측정할 수 있게 바꾼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975104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139696"/>
            <a:ext cx="310073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B5FD9"/>
                </a:solidFill>
                <a:latin typeface="Apple SD Gothic Neo"/>
              </a:rPr>
              <a:t>0.3250 → 0.8500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0048"/>
            <a:ext cx="310073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40문항 분류 정확도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026" y="1975104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45482" y="2139696"/>
            <a:ext cx="310073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7784A"/>
                </a:solidFill>
                <a:latin typeface="Apple SD Gothic Neo"/>
              </a:rPr>
              <a:t>0.2836 → 0.8521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5482" y="2670048"/>
            <a:ext cx="310073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macro-F1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1975104"/>
            <a:ext cx="3539642" cy="120700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68004" y="2139696"/>
            <a:ext cx="310073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2B5FD9"/>
                </a:solidFill>
                <a:latin typeface="Apple SD Gothic Neo"/>
              </a:rPr>
              <a:t>3/10 → 10/10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8004" y="2670048"/>
            <a:ext cx="310073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2"/>
                </a:solidFill>
                <a:latin typeface="Apple SD Gothic Neo"/>
              </a:rPr>
              <a:t>회귀 질의 (매뉴얼 9쪽)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3364992"/>
            <a:ext cx="5382615" cy="148132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3493008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배운 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927348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840480"/>
            <a:ext cx="47882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RAG의 핵심은 임베딩보다 입력 정의와 게이트였다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187952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78408" y="4101084"/>
            <a:ext cx="47882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"개선"이라고 말하려면 기준선을 먼저 재야 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448556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361688"/>
            <a:ext cx="47882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근거를 화면에 남기면 설명하지 않아도 확인된다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5575" y="3364992"/>
            <a:ext cx="5382615" cy="148132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E4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5031" y="3493008"/>
            <a:ext cx="49437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2151A"/>
                </a:solidFill>
                <a:latin typeface="Apple SD Gothic Neo"/>
              </a:rPr>
              <a:t>다음에 하고 싶은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5031" y="3927348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80479" y="3840480"/>
            <a:ext cx="47882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실제 장애 티켓으로 라벨 세트 재구축 (지금은 자기 평가)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5031" y="4187952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0479" y="4101084"/>
            <a:ext cx="47882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LLM-as-judge 평가 추가 · Research 서브그래프 분리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5031" y="4617720"/>
            <a:ext cx="64008" cy="64008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0479" y="4530852"/>
            <a:ext cx="47882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2151A"/>
                </a:solidFill>
                <a:latin typeface="Apple SD Gothic Neo"/>
              </a:rPr>
              <a:t>실 OpenAI 백엔드로 비용·지연 재측정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" y="5943600"/>
            <a:ext cx="10984687" cy="7315"/>
          </a:xfrm>
          <a:prstGeom prst="rect">
            <a:avLst/>
          </a:prstGeom>
          <a:solidFill>
            <a:srgbClr val="E4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03504" y="6053328"/>
            <a:ext cx="105274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2"/>
                </a:solidFill>
                <a:latin typeface="Apple SD Gothic Neo"/>
              </a:rPr>
              <a:t>github.com/pigpgw/skala-ai-service-mini · 근거 doc/reports/evidence/index.md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" y="6053328"/>
            <a:ext cx="1098468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8A93A0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